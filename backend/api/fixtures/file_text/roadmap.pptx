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notesSlides/notes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Govornik pominje Kragujevac</a:t>
            </a:r>
          </a:p>
        </p:txBody>
      </p:sp>
    </p:spTree>
  </p:cSld>
</p:sld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Plan za 2027</a:t>
            </a:r>
          </a:p>
          <a:p>
            <a:r>
              <a:t>Lansiranje u Novom Sadu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Huddles sa SFU serverom</a:t>
            </a:r>
          </a:p>
        </p:txBody>
      </p:sp>
    </p:spTree>
  </p:cSld>
</p:sld>
</file>